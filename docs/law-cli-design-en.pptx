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1828800"/>
          </a:xfrm>
          <a:prstGeom prst="rect">
            <a:avLst/>
          </a:prstGeom>
          <a:solidFill>
            <a:srgbClr val="1F3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Apple SD Gothic Neo"/>
              </a:rPr>
              <a:t>law-cli — Overall Design</a:t>
            </a:r>
          </a:p>
          <a:p>
            <a:pPr algn="ctr"/>
            <a:r>
              <a:rPr sz="1600" b="0">
                <a:solidFill>
                  <a:srgbClr val="EFF3FA"/>
                </a:solidFill>
                <a:latin typeface="Apple SD Gothic Neo"/>
              </a:rPr>
              <a:t>Korean statute lookup + semantic search CLI — built on the legalize-kr archive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12648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pple SD Gothic Neo"/>
              </a:rPr>
              <a:t>2026-08 · Design document (English edition, translated from the internal Korean edition)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64"/>
                </a:solidFill>
                <a:latin typeface="Apple SD Gothic Neo"/>
              </a:rPr>
              <a:t>Goals &amp; Principles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857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664"/>
                </a:solidFill>
                <a:latin typeface="Apple SD Gothic Neo"/>
              </a:rPr>
              <a:t>• Goal: a CLI that looks up statute articles by law name and article number, always with the primary-source URL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664"/>
                </a:solidFill>
                <a:latin typeface="Apple SD Gothic Neo"/>
              </a:rPr>
              <a:t>• Extension: natural-language semantic search via Hugging Face embedding models (the discovery path when you don't know where an article lives)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Principle 1 — Two separate paths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Citation uses deterministic lookup (files + git); discovery uses semantic search (embeddings) — never mix the roles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Principle 2 — Derived-data principle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The vector store is a derivative of the canonical archive (legalize-kr); it must always be DROP-able and fully rebuildable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Principle 3 — Not legal advice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Every output carries the primary-source URL and a reference-only disclaimer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64"/>
                </a:solidFill>
                <a:latin typeface="Apple SD Gothic Neo"/>
              </a:rPr>
              <a:t>Architecture</a:t>
            </a:r>
          </a:p>
          <a:p>
            <a:r>
              <a:rPr sz="1400" b="0">
                <a:solidFill>
                  <a:srgbClr val="595959"/>
                </a:solidFill>
                <a:latin typeface="Apple SD Gothic Neo"/>
              </a:rPr>
              <a:t>Canonical source → core → two paths (deterministic lookup / semantic search) →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857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1463040"/>
            <a:ext cx="4114800" cy="868680"/>
          </a:xfrm>
          <a:prstGeom prst="roundRect">
            <a:avLst/>
          </a:prstGeom>
          <a:solidFill>
            <a:srgbClr val="EFF3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664"/>
                </a:solidFill>
                <a:latin typeface="Apple SD Gothic Neo"/>
              </a:rPr>
              <a:t>legalize-kr (canonical)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Apple SD Gothic Neo"/>
              </a:rPr>
              <a:t>Git archive · kr/&lt;law name&gt;/{Act, Enforcement Decree, Enforcement Rule}.md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2743200"/>
            <a:ext cx="4114800" cy="868680"/>
          </a:xfrm>
          <a:prstGeom prst="roundRect">
            <a:avLst/>
          </a:prstGeom>
          <a:solidFill>
            <a:srgbClr val="EFF3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664"/>
                </a:solidFill>
                <a:latin typeface="Apple SD Gothic Neo"/>
              </a:rPr>
              <a:t>law-cli core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Apple SD Gothic Neo"/>
              </a:rPr>
              <a:t>Frontmatter parsing · article-heading parsing · per-article chunking (stdlib 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14800"/>
            <a:ext cx="4572000" cy="960120"/>
          </a:xfrm>
          <a:prstGeom prst="roundRect">
            <a:avLst/>
          </a:prstGeom>
          <a:solidFill>
            <a:srgbClr val="EFF3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664"/>
                </a:solidFill>
                <a:latin typeface="Apple SD Gothic Neo"/>
              </a:rPr>
              <a:t>Deterministic lookup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Apple SD Gothic Neo"/>
              </a:rPr>
              <a:t>Law name + article number · --as-of uses git log/show for point-in-time lookup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4114800"/>
            <a:ext cx="4572000" cy="960120"/>
          </a:xfrm>
          <a:prstGeom prst="roundRect">
            <a:avLst/>
          </a:prstGeom>
          <a:solidFill>
            <a:srgbClr val="EFF3FA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664"/>
                </a:solidFill>
                <a:latin typeface="Apple SD Gothic Neo"/>
              </a:rPr>
              <a:t>Hybrid search (extension)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Apple SD Gothic Neo"/>
              </a:rPr>
              <a:t>HF embeddings (default bge-m3) + Kiwi→tsvector · RRF fusion → PostgreSQL (law_chunks)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5577840"/>
            <a:ext cx="4114800" cy="868680"/>
          </a:xfrm>
          <a:prstGeom prst="roundRect">
            <a:avLst/>
          </a:prstGeom>
          <a:solidFill>
            <a:srgbClr val="FDF3E3"/>
          </a:solidFill>
          <a:ln w="1524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664"/>
                </a:solidFill>
                <a:latin typeface="Apple SD Gothic Neo"/>
              </a:rPr>
              <a:t>Terminal output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Apple SD Gothic Neo"/>
              </a:rPr>
              <a:t>Full article text / top-k results · source URL · re-lookup command hint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331720"/>
            <a:ext cx="0" cy="411480"/>
          </a:xfrm>
          <a:prstGeom prst="bentConnector3">
            <a:avLst/>
          </a:prstGeom>
          <a:ln w="25400">
            <a:solidFill>
              <a:srgbClr val="2E74B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200400" y="3611880"/>
            <a:ext cx="2880360" cy="502920"/>
          </a:xfrm>
          <a:prstGeom prst="bentConnector3">
            <a:avLst/>
          </a:prstGeom>
          <a:ln w="25400">
            <a:solidFill>
              <a:srgbClr val="2E74B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3611880"/>
            <a:ext cx="2880360" cy="502920"/>
          </a:xfrm>
          <a:prstGeom prst="bentConnector3">
            <a:avLst/>
          </a:prstGeom>
          <a:ln w="25400">
            <a:solidFill>
              <a:srgbClr val="2E74B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5074920"/>
            <a:ext cx="2880360" cy="502920"/>
          </a:xfrm>
          <a:prstGeom prst="bentConnector3">
            <a:avLst/>
          </a:prstGeom>
          <a:ln w="25400">
            <a:solidFill>
              <a:srgbClr val="2E74B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080760" y="5074920"/>
            <a:ext cx="2880360" cy="502920"/>
          </a:xfrm>
          <a:prstGeom prst="bentConnector3">
            <a:avLst/>
          </a:prstGeom>
          <a:ln w="25400">
            <a:solidFill>
              <a:srgbClr val="2E74B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64"/>
                </a:solidFill>
                <a:latin typeface="Apple SD Gothic Neo"/>
              </a:rPr>
              <a:t>Current Implementation — Deterministic Lookup</a:t>
            </a:r>
          </a:p>
          <a:p>
            <a:r>
              <a:rPr sz="1400" b="0">
                <a:solidFill>
                  <a:srgbClr val="595959"/>
                </a:solidFill>
                <a:latin typeface="Apple SD Gothic Neo"/>
              </a:rPr>
              <a:t>Zero external dependencies (stdlib + git commands)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857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Article lookup: law-cli 민법 839의2 → extracts the Article 839-2 block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Article-heading regex (Article n / Article n-m) + extraction bounded by the next heading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Point-in-time lookup: --as-of YYYY-MM-DD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git log --before finds the commit of that date; git show renders the article as of then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TOC &amp; search: --toc (article list), --search (law-name keyword)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Archive auto-detection: --repo → $LEGALIZE_KR_REPO → conventional paths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Tests: fixture-string-based unit tests (no git required)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64"/>
                </a:solidFill>
                <a:latin typeface="Apple SD Gothic Neo"/>
              </a:rPr>
              <a:t>Hybrid Search Extension — CLI Design</a:t>
            </a:r>
          </a:p>
          <a:p>
            <a:r>
              <a:rPr sz="1400" b="0">
                <a:solidFill>
                  <a:srgbClr val="595959"/>
                </a:solidFill>
                <a:latin typeface="Apple SD Gothic Neo"/>
              </a:rPr>
              <a:t>law-cli --semantic "query" [--model HF-model] [--law-filter keyword] [--top-k N] [--db name]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857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664"/>
                </a:solidFill>
                <a:latin typeface="Apple SD Gothic Neo"/>
              </a:rPr>
              <a:t>• Flow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Collect targets (--law-filter, --type) → incremental sync by file-hash comparison (index only what changed)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Two-way indexing: ① raw-text embeddings (pgvector) ② Kiwi morpheme tokens → tsvector (GIN)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Queries run through both paths → RRF fusion (Σ 1/(60+rank)) → results shown with per-path ranks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Aimed at laypeople: embeddings (primary) bridge everyday language; the lexical path (secondary) guarantees exact term matches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Models: any Hugging Face model via --model (default BAAI/bge-m3)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Safety guard: without a filter, abort if &gt;200 laws are unindexed — full indexing only via --index-all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Lazy loading: sentence-transformers and psycopg are imported only when --semantic is used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The core lookup keeps working with zero dependencies (semantic ships as an optional extra)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64"/>
                </a:solidFill>
                <a:latin typeface="Apple SD Gothic Neo"/>
              </a:rPr>
              <a:t>Data Model — law_chunks (PostgreSQL + pgvector)</a:t>
            </a:r>
          </a:p>
          <a:p>
            <a:r>
              <a:rPr sz="1400" b="0">
                <a:solidFill>
                  <a:srgbClr val="595959"/>
                </a:solidFill>
                <a:latin typeface="Apple SD Gothic Neo"/>
              </a:rPr>
              <a:t>1 row = 1 article · sync index on (model, law_name, law_type)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857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6492240"/>
              </a:tblGrid>
              <a:tr h="538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ple SD Gothic Neo"/>
                        </a:rPr>
                        <a:t>Description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664"/>
                          </a:solidFill>
                          <a:latin typeface="Apple SD Gothic Neo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Embedding model name — partition key separating vector spaces per model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664"/>
                          </a:solidFill>
                          <a:latin typeface="Apple SD Gothic Neo"/>
                        </a:rPr>
                        <a:t>law_name / law_type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kr/ directory name + kind (Act, Enforcement Decree, Enforcement Rule) — re-lookup key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664"/>
                          </a:solidFill>
                          <a:latin typeface="Apple SD Gothic Neo"/>
                        </a:rPr>
                        <a:t>law_title / label /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For display: official title · Article n(-m) · article heading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664"/>
                          </a:solidFill>
                          <a:latin typeface="Apple SD Gothic Neo"/>
                        </a:rPr>
                        <a:t>chunk_text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Embedding source text (law name + full article, for extra context)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664"/>
                          </a:solidFill>
                          <a:latin typeface="Apple SD Gothic Neo"/>
                        </a:rPr>
                        <a:t>source_url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Primary-source (law.go.kr) URL — attached to every result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664"/>
                          </a:solidFill>
                          <a:latin typeface="Apple SD Gothic Neo"/>
                        </a:rPr>
                        <a:t>file_hash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sha1 of the source file — incremental-sync key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664"/>
                          </a:solidFill>
                          <a:latin typeface="Apple SD Gothic Neo"/>
                        </a:rPr>
                        <a:t>embedding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Dimension left unfixed — one table serves models of any dimension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664"/>
                          </a:solidFill>
                          <a:latin typeface="Apple SD Gothic Neo"/>
                        </a:rPr>
                        <a:t>tokens / tsv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TEXT / TSVECTOR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  <a:latin typeface="Apple SD Gothic Neo"/>
                        </a:rPr>
                        <a:t>Kiwi content-word tokens → generated 'simple' tsvector column (GIN index)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64"/>
                </a:solidFill>
                <a:latin typeface="Apple SD Gothic Neo"/>
              </a:rPr>
              <a:t>Design Decisions — Why This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857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664"/>
                </a:solidFill>
                <a:latin typeface="Apple SD Gothic Neo"/>
              </a:rPr>
              <a:t>• Per-article chunking (1 row = 1 article)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Apple SD Gothic Neo"/>
              </a:rPr>
              <a:t>– An article is the smallest semantically self-contained unit → good retrieval quality and precise citations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Apple SD Gothic Neo"/>
              </a:rPr>
              <a:t>– law_name + label in a result reconstructs the deterministic lookup command instantly (discovery → citation)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664"/>
                </a:solidFill>
                <a:latin typeface="Apple SD Gothic Neo"/>
              </a:rPr>
              <a:t>• Unfixed VECTOR dimension + model column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Apple SD Gothic Neo"/>
              </a:rPr>
              <a:t>– The requirement is 'any HF model' — dimensions differ per model (bge-m3=1024, MiniLM=384)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Apple SD Gothic Neo"/>
              </a:rPr>
              <a:t>– Trade-off: no HNSW → exact scan; fine at filtered scale (thousands to tens of thousands of rows)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664"/>
                </a:solidFill>
                <a:latin typeface="Apple SD Gothic Neo"/>
              </a:rPr>
              <a:t>• file_hash incremental sync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Apple SD Gothic Neo"/>
              </a:rPr>
              <a:t>– After a git pull of the archive, only changed laws are deleted and re-embedded — no full re-index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664"/>
                </a:solidFill>
                <a:latin typeface="Apple SD Gothic Neo"/>
              </a:rPr>
              <a:t>• Hybrid (embeddings primary + Kiwi→tsvector secondary, RRF fusion)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Apple SD Gothic Neo"/>
              </a:rPr>
              <a:t>– Laypeople don't know legal terms → semantic search leads; exact word matches are rescued by the lexical path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595959"/>
                </a:solidFill>
                <a:latin typeface="Apple SD Gothic Neo"/>
              </a:rPr>
              <a:t>– The morphological analyzer is a separate path from the embeddings — model tokenizers are subword-based and unsuitable for lexical indexing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664"/>
                </a:solidFill>
                <a:latin typeface="Apple SD Gothic Neo"/>
              </a:rPr>
              <a:t>• Large-scale, fixed-model indexes (HNSW) belong to a separate system — avoid duplicating 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64"/>
                </a:solidFill>
                <a:latin typeface="Apple SD Gothic Neo"/>
              </a:rPr>
              <a:t>Packaging &amp;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857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Packaging: uv-based (pyproject.toml + uv.lock)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Development: uv sync --extra semantic · Install: uv tool install "law-cli[semantic]"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Optional extra semantic: sentence-transformers, psycopg[binary], kiwipiepy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The core stays dependency-free — lookup-only users get a light install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DB: local PostgreSQL + pgvector extension · default DB name law_cli ($LAW_CLI_DB)</a:t>
            </a:r>
          </a:p>
          <a:p>
            <a:pPr lvl="1">
              <a:spcAft>
                <a:spcPts val="800"/>
              </a:spcAft>
            </a:pPr>
            <a:r>
              <a:rPr sz="1500" b="0">
                <a:solidFill>
                  <a:srgbClr val="595959"/>
                </a:solidFill>
                <a:latin typeface="Apple SD Gothic Neo"/>
              </a:rPr>
              <a:t>– Missing DB is auto-created; missing pgvector aborts with guidance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Docs: Korean edition (internal, gitignored) → this English edition committed to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664"/>
                </a:solidFill>
                <a:latin typeface="Apple SD Gothic Neo"/>
              </a:rPr>
              <a:t>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857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1) [done] CLI wiring: --semantic option group in argparse + unit tests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2) [done] Integration tests: PostgreSQL smoke tests (auto-skip when unavailable)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3) [done] README refresh: semantic-search usage and DB setup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4) English edition of this design deck → committed to GitHub (Korean edition stays gitignored)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1F3664"/>
                </a:solidFill>
                <a:latin typeface="Apple SD Gothic Neo"/>
              </a:rPr>
              <a:t>• 5) (Under review) statute scope presets; whether to add a case-law corpus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